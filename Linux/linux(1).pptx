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邓 杰" initials="邓" lastIdx="12" clrIdx="0">
    <p:extLst>
      <p:ext uri="{19B8F6BF-5375-455C-9EA6-DF929625EA0E}">
        <p15:presenceInfo xmlns:p15="http://schemas.microsoft.com/office/powerpoint/2012/main" userId="aac53d992095bb5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24T12:42:38.079" idx="11">
    <p:pos x="7282" y="7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24T12:36:06.441" idx="1">
    <p:pos x="6906" y="125"/>
    <p:text>自由软件不是开源软件的子集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24T12:37:04.389" idx="2">
    <p:pos x="6918" y="0"/>
    <p:text>用户id号</p:text>
    <p:extLst>
      <p:ext uri="{C676402C-5697-4E1C-873F-D02D1690AC5C}">
        <p15:threadingInfo xmlns:p15="http://schemas.microsoft.com/office/powerpoint/2012/main" timeZoneBias="-480"/>
      </p:ext>
    </p:extLst>
  </p:cm>
  <p:cm authorId="1" dt="2024-12-24T12:37:21.789" idx="3">
    <p:pos x="10" y="10"/>
    <p:text>mask,掩码，文件666和目录777上限值</p:text>
    <p:extLst>
      <p:ext uri="{C676402C-5697-4E1C-873F-D02D1690AC5C}">
        <p15:threadingInfo xmlns:p15="http://schemas.microsoft.com/office/powerpoint/2012/main" timeZoneBias="-480"/>
      </p:ext>
    </p:extLst>
  </p:cm>
  <p:cm authorId="1" dt="2024-12-24T12:38:04.083" idx="4">
    <p:pos x="146" y="146"/>
    <p:text>组pid和领头进程pid【不一定考到】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24T12:39:41.570" idx="5">
    <p:pos x="6581" y="570"/>
    <p:text>磁盘分区，容量计算，内存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24T12:40:31.475" idx="7">
    <p:pos x="6963" y="253"/>
    <p:text>程序填空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24T12:41:28.932" idx="8">
    <p:pos x="10" y="10"/>
    <p:text>rm -f 等makefile文件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24T12:42:38.079" idx="9">
    <p:pos x="7282" y="7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6408D1-AA7C-4C26-906F-F8E7FD8DC9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E58D5CE-C8B8-4456-BCDF-6F73C84FB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5E8767-10E5-4849-8862-421650998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751F8-25DF-475B-8087-1C15F68BE6DD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40B9E7-C6C6-4341-B133-7BAEA0145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CD793A-6704-4ADC-94C6-BB29FD52A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1E3B-F8E8-4F63-989B-D939B22DA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876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AE54EF-E757-48B0-82B9-8E601364D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14043A-A039-4219-948D-2F8164F54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C77E96-A010-4FDA-A97E-4BCBB31EB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751F8-25DF-475B-8087-1C15F68BE6DD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996E8F-A6EF-4868-A28F-474804C16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4F08AB-DABD-4736-9C8C-85C5C72EB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1E3B-F8E8-4F63-989B-D939B22DA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780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F8F7D9-BEDF-4232-8A64-31B9129B6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B464FD-6FF0-4529-B738-98A10F845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BC200B-0B98-46FC-8B65-0C73B111B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751F8-25DF-475B-8087-1C15F68BE6DD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35A443-6D62-412E-B489-ED8728211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8BF2AD-10F1-47BD-8693-45C19D17B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1E3B-F8E8-4F63-989B-D939B22DA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284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1EEF2E-6C78-4DE4-8842-B10FDEB85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7C5362-247C-4673-91E6-F72B225CFF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C8A5BF-B28F-4310-B59C-E073FC7AF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11EFA4-3C61-4082-9D8B-CEAE18330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751F8-25DF-475B-8087-1C15F68BE6DD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6B860E-5D50-4FBC-81A9-0ABC2C965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12EA34-0C38-42A4-B32C-B92A4CB5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1E3B-F8E8-4F63-989B-D939B22DA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347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2C838A-A055-4E66-8872-B528E9381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F58FE2-C07A-420C-8AF9-3DD5989A3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4E241B7-32FF-42E0-890F-DF631BFF6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481360B-41E0-467C-8096-EBBDEA2C52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A05CE7-AE7E-4E2D-B340-38AFFF98F0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F6EFD4E-0997-4B57-A03D-1FC9836AD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751F8-25DF-475B-8087-1C15F68BE6DD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082B440-F93D-4E18-93F6-62C8CC9D3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40FD667-42C6-41C4-8F51-36E485CC3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1E3B-F8E8-4F63-989B-D939B22DA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822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F6E605-F9E5-4547-8BD1-955E79CB8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31600BC-CD00-43DB-9A0F-F4D74A18A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751F8-25DF-475B-8087-1C15F68BE6DD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DAA2328-5503-4CEA-A1C9-F081DF5F7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77C0A9-CBEC-48B1-B6EF-BCD44098F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1E3B-F8E8-4F63-989B-D939B22DA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381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46D4469-C0FC-4664-8F1D-F2F8F595C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751F8-25DF-475B-8087-1C15F68BE6DD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25C28E3-7AE2-4703-8519-7EE747893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666BA6-5AE1-4931-B0FB-A2D2FA605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1E3B-F8E8-4F63-989B-D939B22DA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2205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B36597-35E1-4133-8241-8052D8F87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E3A49C-23A8-42BF-8014-8104501D1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7FD62E-032C-4C6B-B092-1AA74D3FF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6E9271-8678-4A6A-A067-08619F992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751F8-25DF-475B-8087-1C15F68BE6DD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2C173E-DCEE-4A43-AAE7-B9AA3E533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FF5604-C2D4-49D7-B744-F5FF7AE18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1E3B-F8E8-4F63-989B-D939B22DA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040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69549D-9D53-4DA9-99EE-14698F16C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2F3ECE8-505A-4969-B1DE-FE7D2DAC1B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8AF42F-7904-42F2-8B08-F02C4A3E9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FA515E-886E-478D-BA13-60B8953B7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751F8-25DF-475B-8087-1C15F68BE6DD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6F6525-F2AB-421C-8A22-09377EB80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D88C1C-24F9-46CE-9FE0-4D8359ECE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1E3B-F8E8-4F63-989B-D939B22DA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3309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8502E-ED99-4F8D-AD7F-44A770B9E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E94BF8-332D-441A-B77D-697B9A29B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76A15C-51D7-4271-8EDD-8EEC95387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751F8-25DF-475B-8087-1C15F68BE6DD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22C9EB-9986-48EC-B433-7932CAECD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532C54-5DC1-4465-8099-A81DD5399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1E3B-F8E8-4F63-989B-D939B22DA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1067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D0AF406-1433-47A1-8FB5-8FDF00FAE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785068-DA68-449F-9056-08AFF3B7B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6D53B2-8CD6-47AD-9A47-9DB097A73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751F8-25DF-475B-8087-1C15F68BE6DD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105D2F-EE9F-4DEF-A1D0-5716F6743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3C73B4-09F2-4B80-A666-22185CFCB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1E3B-F8E8-4F63-989B-D939B22DA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512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7237C24-9B2B-4701-8D70-7D9171E72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6D6A97-4D92-48D6-9C63-2F5DE0A7F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CB5984-7B7E-4FE6-883E-748A786399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3751F8-25DF-475B-8087-1C15F68BE6DD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E848C6-A422-40C7-BD6D-292E0765BA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07E503-4423-4830-86CF-ABFC50DFBC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81E3B-F8E8-4F63-989B-D939B22DA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74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6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BBA951-4146-4EA0-991F-95A411C84A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linux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223F06-DFE6-48D0-AD66-F8442DE2B7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346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F73D870-9E71-4E68-BC1B-7152E5252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668" y="-54162"/>
            <a:ext cx="9455333" cy="647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291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949550A-D896-473C-B2B4-ACE80075CD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9157" y="197963"/>
            <a:ext cx="10164216" cy="6308372"/>
          </a:xfrm>
        </p:spPr>
      </p:pic>
    </p:spTree>
    <p:extLst>
      <p:ext uri="{BB962C8B-B14F-4D97-AF65-F5344CB8AC3E}">
        <p14:creationId xmlns:p14="http://schemas.microsoft.com/office/powerpoint/2010/main" val="4028128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3654167B-3EAE-4187-A7F0-025869821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0"/>
            <a:ext cx="9916160" cy="646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186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F148724-06A6-46CE-8FF4-069978226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651" y="904240"/>
            <a:ext cx="9487259" cy="466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38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662D8A4-3B44-4168-9731-A330E0CC1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01655"/>
            <a:ext cx="9987280" cy="601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626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12829EA-AED9-4A56-8250-81D8E6065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80" y="-51323"/>
            <a:ext cx="9834880" cy="677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830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BCBB308-DDEC-4F52-A63F-D3921BEE9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40" y="11406"/>
            <a:ext cx="10909695" cy="684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371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52BF856-84A0-4294-883E-1F2839945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93" y="75415"/>
            <a:ext cx="10828923" cy="655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094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3DB9045-8F86-4214-9C43-6D0972D81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374" y="253507"/>
            <a:ext cx="7939500" cy="589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702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</Words>
  <Application>Microsoft Office PowerPoint</Application>
  <PresentationFormat>宽屏</PresentationFormat>
  <Paragraphs>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linux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</dc:title>
  <dc:creator>邓 杰</dc:creator>
  <cp:lastModifiedBy>邓 杰</cp:lastModifiedBy>
  <cp:revision>4</cp:revision>
  <dcterms:created xsi:type="dcterms:W3CDTF">2024-12-24T04:31:45Z</dcterms:created>
  <dcterms:modified xsi:type="dcterms:W3CDTF">2024-12-24T04:47:37Z</dcterms:modified>
</cp:coreProperties>
</file>